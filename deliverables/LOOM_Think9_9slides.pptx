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002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LOOM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9436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cross-portfolio sourcing intelligence layer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94360" y="34015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30x the buying power.  1x the negotiating leverage.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 11 brands. Designed for 30+.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5989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 AI &amp; Intelligence Challenge   ·   Track 2: Cross-Portfolio Supply Chain &amp; Sourcing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75320" y="1600200"/>
            <a:ext cx="3291840" cy="1874520"/>
          </a:xfrm>
          <a:prstGeom prst="roundRect">
            <a:avLst>
              <a:gd name="adj" fmla="val 2927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49640" y="18288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E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will redefine agility for business — making paths to growth speedy and seamless.”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49640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Think9, Principles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that exists on paper, not in the room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481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880360" y="15361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packaging input costs, 2026. Margin defence is a this-quarter problem.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560320"/>
            <a:ext cx="2423160" cy="1097280"/>
          </a:xfrm>
          <a:prstGeom prst="roundRect">
            <a:avLst>
              <a:gd name="adj" fmla="val 5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700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30x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power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423160" cy="1097280"/>
          </a:xfrm>
          <a:prstGeom prst="roundRect">
            <a:avLst>
              <a:gd name="adj" fmla="val 5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6700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1x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6616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negotiating leverage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" y="3968496"/>
            <a:ext cx="100584" cy="100584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886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sources independently — correct for the brand, ruinous for the portfolio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" y="4535424"/>
            <a:ext cx="100584" cy="100584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453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discipline problem, and not solved by a shared spreadsheet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" y="5102352"/>
            <a:ext cx="100584" cy="100584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020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compounds it: every brand now runs q-commerce packs plus D2C plus retail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37160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7830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at the moment a brand negotiates, nobody in the building can see what the other brands pay for the same physical object.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492240" y="3703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 is building toward 30+ consumer brands. Today, four of them buy the same 50ml amber glass bottle — from different vendors, at different prices.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4754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knows. In the quotes, it has five different names.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" y="5897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Packaging South Asia; Inc42, “Boxed In: The War Shock For D2C”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bottle. Five names.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4264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50ml Amber Glass Bottle, 20mm neck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" y="17190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Neude · PDF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21408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 Boston Round 50 ML (20/400)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4688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by Bie · PDF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871216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2926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GB-AMB-50-20N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32186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Panchamrit · WhatsApp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621024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Glass bottle - amber - 50cc - neck 20mm - w/o cap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39684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Neude · email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370832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" y="44256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एम्बर ग्लास बॉटल 50ml 20mm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" y="47183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Goodbug · WhatsApp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1371600"/>
            <a:ext cx="3794760" cy="3474720"/>
          </a:xfrm>
          <a:prstGeom prst="roundRect">
            <a:avLst>
              <a:gd name="adj" fmla="val 1579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16276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OBJECT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20116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combine orders for things you cannot prove are the same thing.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046720" y="34747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bottleneck is not price comparison. It is SKU identity resolution — and that is what a script cannot do and a model against a spec graph can.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5257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wrote these to be inconsistent. They arrived from four vendors across PDF, email and WhatsApp.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surcharge we pay only because we order apart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447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“Suppliers may accept 500 units if buyers agree to pay 20–30% more per unit.”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10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reporting on 2026 packaging procurement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4203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194560" y="25603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separately — four brands below MOQ, each paying the sub-MOQ premium, four separate times.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3774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254203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772400" y="2560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together — one consolidated order clears MOQ. The premium does not apply at all.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saving is not “we negotiated harder.” It is “we stopped paying a surcharge that existed only because we ordered separately.”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75488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cannot do 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" y="51937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schema. ~200 vendor layouts, new ones constantly. Any regex parser is obsolete within a quarter.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475488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53712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cannot do it fast enough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53712" y="51937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expire in 15–30 days. A human queue is exactly the latency that destroys the value.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475488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57032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loop, not a transform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57032" y="51937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extraction triggers a clarifying action; resolution decides match-or-create against growing state.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three human gates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538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99032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90088" y="14630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WhatsApp, file drop, ERP export — stored with provenance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E8E4D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0939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99032" y="20939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90088" y="2103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confidence and source-span citation. Never infers a missing 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78040" y="21122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60604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E8E4D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99032" y="2734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90088" y="27432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 → canonical SKU. Normalization, tolerance rules, fuzzy fallback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2752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4612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37413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99032" y="33741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GRAPH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90088" y="3383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SKUs, vendors keyed on GSTIN, price history, procurement mode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88620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0142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99032" y="4014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90088" y="4023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· price outlier · concentration · lead-time drift · expiry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52628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46542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99032" y="46542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90088" y="4663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negotiation packet a human takes into the call, reasoning shown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16636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E8E4D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52943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99032" y="5294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990088" y="5303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 approves. Outcome writes back — the graph learns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5312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2 &amp;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823960" y="1325880"/>
            <a:ext cx="2743200" cy="43434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70848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070848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0.90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070848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auto-advance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070848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0.60–0.90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070848" y="2825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070848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0.60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070848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70848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070848" y="42793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Canonical creation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Spend recommendation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Vendor communication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070848" y="5138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scales with ambiguity, not volume.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8704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never commits spend and never contacts a vendor.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MUST BE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that compounds instead of adding 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proposals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6968" y="2331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one team do one thing faster. Deploy to 30 brands, get 30 units of value, pay 30 units of cost.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3703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Superlinear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86968" y="4206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any brand receives makes the graph denser — which makes every future negotiation across all other brands better informed.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257800" cy="3886200"/>
          </a:xfrm>
          <a:prstGeom prst="roundRect">
            <a:avLst>
              <a:gd name="adj" fmla="val 141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01968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brand starts at portfolio-best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620256" y="2596896"/>
            <a:ext cx="100584" cy="100584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2514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12 does not negotiate up from scratch — it inherits portfolio-best pricing, qualified vendors and known lead times on day 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0256" y="3557016"/>
            <a:ext cx="100584" cy="100584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34747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 grows partly by acquisition. An acquired brand arrives with its own vendor list and its own naming conventions — canonical resolution is exactly the tool that absorbs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0256" y="4517136"/>
            <a:ext cx="100584" cy="100584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4434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works if the system sits at the centre. Which is what “centralized intelligence layer” asks for.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runs. No API key, 1.8 seconds.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95528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artifacts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2424" y="129844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93592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29844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91656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91656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(85%)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88552" y="129844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8972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for a human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2423160"/>
            <a:ext cx="6720840" cy="1691640"/>
          </a:xfrm>
          <a:prstGeom prst="roundRect">
            <a:avLst>
              <a:gd name="adj" fmla="val 324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GLS-AMB-050-20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257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names → one canonical SKU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2926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31455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3438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20.75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41448" y="2926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by Bie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41448" y="31455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441448" y="3438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21.50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14216" y="2926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Panchamrit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14216" y="31455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014216" y="3438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22.50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86984" y="2926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Goodbug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86984" y="31455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586984" y="3438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22.80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37307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2,550 units of requirement  vs  MOQ 2,500  →  clears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72400" y="2423160"/>
            <a:ext cx="3794760" cy="1691640"/>
          </a:xfrm>
          <a:prstGeom prst="roundRect">
            <a:avLst>
              <a:gd name="adj" fmla="val 3243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46720" y="2606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13,255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046720" y="32186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 this SKU by consolidating four brands into one order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94360" y="4251960"/>
            <a:ext cx="6720840" cy="1463040"/>
          </a:xfrm>
          <a:prstGeom prst="roundRect">
            <a:avLst>
              <a:gd name="adj" fmla="val 375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43891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matters as much as the match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48ml bottle scored 85.3% description similarity against the 50ml canonical — essentially the fuzzy-match threshold. A text matcher merges them. LOOM refuses: volume 48 ≠ 50, both stated. Had it merged, it would have added 1,000 phantom units to the bundle above.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72400" y="4251960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04672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31,672.60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8046720" y="48646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across six audited findings, from 12 quotes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46720" y="53492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written before the data existed. Untuned.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436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findings are excluded from the total — they quantify exposure against spend already counted, not new money.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days, and a deliberately boring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4630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" y="1719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extraction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3042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 packaging. Seed ~150 canonical SKUs.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3218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95528" y="3410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≥ 0.90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2424" y="132588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14630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93592" y="1719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&amp; graph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93592" y="23042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90 days via GST e-invoice records. GSTIN as vendor key.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3218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93592" y="3410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spend resolved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132588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1656" y="14630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16–23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1656" y="1719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real negotiation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3042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consolidated negotiation end to end.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1656" y="3218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91656" y="3410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banked rupee saving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88552" y="132588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14630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24–30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89720" y="1719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&amp; measurement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89720" y="23042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 console, alerting, instrumentation.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89720" y="3218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89720" y="3410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time, before / after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041648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0392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4114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vision, OCR fallback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498848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0392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77440" y="45720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not LangGraph — negotiations span days and must survive restarts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4956048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0392" y="5029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77440" y="50292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pgvector, not Neo4j — at this volume the graph is small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5413248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50392" y="5486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77440" y="54864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console — the human gates must exist by day 30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95360" y="4041648"/>
            <a:ext cx="2971800" cy="1773936"/>
          </a:xfrm>
          <a:prstGeom prst="roundRect">
            <a:avLst>
              <a:gd name="adj" fmla="val 3093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851392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24,000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8851392" y="4590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line-items a year — about 100 a working day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51392" y="5138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~$500/yr inference. No Kafka, no Spark, no vector DB.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to packaging — highest cross-brand overlap, no regulatory sign-off to slow the loop. Day 16–23 is the milestone: one real saving, not a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make me wrong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538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canonical merge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4538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SKUs unified, and every recommendation built on a false equivalence.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52360" y="145389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1. Reversible merges with audit trail. Precision weighted above recall.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237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manufacturers buy the packaging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252374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co-packer procures, the brand isn't buying it and there is nothing to bundle.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2360" y="252374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brand-SKU edge carries procurement mode. Direct-buy bundles; CM-embedded gets rate-benchmarked.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465576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935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learn we bundle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5935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quotes inflate in anticipation of consolidated volume.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359359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disclose portfolio volume until commit. Maintain and use BATNA vendors.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535424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63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Over-consolidation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4663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Single-sourcing a bundled SKU creates a new portfolio-level supply risk.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46634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a first-class alert, surfaced alongside every saving.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5669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architecture that has not enumerated its failure modes has not been designed.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 - Cross-Portfolio Sourcing Intelligence</dc:title>
  <dc:subject>PptxGenJS Presentation</dc:subject>
  <dc:creator>PptxGenJS</dc:creator>
  <cp:lastModifiedBy>PptxGenJS</cp:lastModifiedBy>
  <cp:revision>1</cp:revision>
  <dcterms:created xsi:type="dcterms:W3CDTF">2026-08-11T17:11:55Z</dcterms:created>
  <dcterms:modified xsi:type="dcterms:W3CDTF">2026-08-11T17:11:55Z</dcterms:modified>
</cp:coreProperties>
</file>